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Cambria Math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816">
          <p15:clr>
            <a:srgbClr val="A4A3A4"/>
          </p15:clr>
        </p15:guide>
        <p15:guide id="2" orient="horz" pos="384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jjSOjFzdkMnIHzDxN+PtxGSRng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16"/>
        <p:guide pos="38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CambriaMath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chemeClr val="accent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/>
        </p:nvSpPr>
        <p:spPr>
          <a:xfrm>
            <a:off x="304800" y="266701"/>
            <a:ext cx="11582400" cy="63245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524000" y="6044184"/>
            <a:ext cx="914400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cap="none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7"/>
          <p:cNvSpPr/>
          <p:nvPr>
            <p:ph idx="2" type="pic"/>
          </p:nvPr>
        </p:nvSpPr>
        <p:spPr>
          <a:xfrm>
            <a:off x="2324100" y="758952"/>
            <a:ext cx="7543800" cy="5029200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p17"/>
          <p:cNvSpPr txBox="1"/>
          <p:nvPr>
            <p:ph type="title"/>
          </p:nvPr>
        </p:nvSpPr>
        <p:spPr>
          <a:xfrm>
            <a:off x="838200" y="31089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/>
          <p:nvPr/>
        </p:nvSpPr>
        <p:spPr>
          <a:xfrm>
            <a:off x="5891213" y="5628222"/>
            <a:ext cx="409575" cy="883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1295399" y="6096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1295400" y="1855945"/>
            <a:ext cx="9820656" cy="435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8"/>
          <p:cNvSpPr txBox="1"/>
          <p:nvPr>
            <p:ph idx="12" type="sldNum"/>
          </p:nvPr>
        </p:nvSpPr>
        <p:spPr>
          <a:xfrm>
            <a:off x="420624" y="6019801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8"/>
          <p:cNvSpPr txBox="1"/>
          <p:nvPr>
            <p:ph idx="11" type="ftr"/>
          </p:nvPr>
        </p:nvSpPr>
        <p:spPr>
          <a:xfrm rot="-5400000">
            <a:off x="-242952" y="1451496"/>
            <a:ext cx="1784352" cy="189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">
  <p:cSld name="Summar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idx="12" type="sldNum"/>
          </p:nvPr>
        </p:nvSpPr>
        <p:spPr>
          <a:xfrm>
            <a:off x="420624" y="6019801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19"/>
          <p:cNvSpPr txBox="1"/>
          <p:nvPr>
            <p:ph idx="11" type="ftr"/>
          </p:nvPr>
        </p:nvSpPr>
        <p:spPr>
          <a:xfrm rot="-5400000">
            <a:off x="-242952" y="1451496"/>
            <a:ext cx="1784352" cy="189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0" name="Google Shape;30;p19"/>
          <p:cNvCxnSpPr/>
          <p:nvPr/>
        </p:nvCxnSpPr>
        <p:spPr>
          <a:xfrm>
            <a:off x="5890260" y="1536192"/>
            <a:ext cx="411480" cy="0"/>
          </a:xfrm>
          <a:prstGeom prst="straightConnector1">
            <a:avLst/>
          </a:prstGeom>
          <a:noFill/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2834640" y="2057400"/>
            <a:ext cx="6519672" cy="2971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228600" lIns="576050" spcFirstLastPara="1" rIns="576050" wrap="square" tIns="228600">
            <a:noAutofit/>
          </a:bodyPr>
          <a:lstStyle>
            <a:lvl1pPr indent="-228600" lvl="0" marL="457200" algn="ctr">
              <a:lnSpc>
                <a:spcPct val="123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/>
          <p:nvPr>
            <p:ph idx="2" type="pic"/>
          </p:nvPr>
        </p:nvSpPr>
        <p:spPr>
          <a:xfrm>
            <a:off x="2871216" y="5330952"/>
            <a:ext cx="6519672" cy="1527048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19"/>
          <p:cNvSpPr txBox="1"/>
          <p:nvPr>
            <p:ph type="title"/>
          </p:nvPr>
        </p:nvSpPr>
        <p:spPr>
          <a:xfrm>
            <a:off x="4116324" y="609600"/>
            <a:ext cx="3959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image right">
  <p:cSld name="Title and content with image righ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/>
          <p:nvPr/>
        </p:nvSpPr>
        <p:spPr>
          <a:xfrm>
            <a:off x="8610600" y="0"/>
            <a:ext cx="3581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0"/>
          <p:cNvSpPr/>
          <p:nvPr/>
        </p:nvSpPr>
        <p:spPr>
          <a:xfrm>
            <a:off x="4462849" y="685800"/>
            <a:ext cx="7119551" cy="548640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0"/>
          <p:cNvSpPr txBox="1"/>
          <p:nvPr>
            <p:ph type="title"/>
          </p:nvPr>
        </p:nvSpPr>
        <p:spPr>
          <a:xfrm>
            <a:off x="1295400" y="1124712"/>
            <a:ext cx="388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1295400" y="2816352"/>
            <a:ext cx="3602736" cy="3364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cap="none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0"/>
          <p:cNvSpPr txBox="1"/>
          <p:nvPr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0"/>
          <p:cNvSpPr txBox="1"/>
          <p:nvPr>
            <p:ph idx="12" type="sldNum"/>
          </p:nvPr>
        </p:nvSpPr>
        <p:spPr>
          <a:xfrm>
            <a:off x="420624" y="6019801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" name="Google Shape;41;p20"/>
          <p:cNvSpPr txBox="1"/>
          <p:nvPr>
            <p:ph idx="11" type="ftr"/>
          </p:nvPr>
        </p:nvSpPr>
        <p:spPr>
          <a:xfrm rot="-5400000">
            <a:off x="-242952" y="1451496"/>
            <a:ext cx="1784352" cy="189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/>
          <p:nvPr>
            <p:ph idx="2" type="pic"/>
          </p:nvPr>
        </p:nvSpPr>
        <p:spPr>
          <a:xfrm>
            <a:off x="4946904" y="1188720"/>
            <a:ext cx="6638544" cy="448056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3" name="Google Shape;43;p20"/>
          <p:cNvCxnSpPr/>
          <p:nvPr/>
        </p:nvCxnSpPr>
        <p:spPr>
          <a:xfrm>
            <a:off x="1295400" y="2057400"/>
            <a:ext cx="411480" cy="0"/>
          </a:xfrm>
          <a:prstGeom prst="straightConnector1">
            <a:avLst/>
          </a:prstGeom>
          <a:noFill/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solidFill>
          <a:schemeClr val="accent4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/>
          <p:nvPr/>
        </p:nvSpPr>
        <p:spPr>
          <a:xfrm>
            <a:off x="3578352" y="0"/>
            <a:ext cx="8613648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1"/>
          <p:cNvSpPr txBox="1"/>
          <p:nvPr>
            <p:ph type="title"/>
          </p:nvPr>
        </p:nvSpPr>
        <p:spPr>
          <a:xfrm>
            <a:off x="5449824" y="1124712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" type="body"/>
          </p:nvPr>
        </p:nvSpPr>
        <p:spPr>
          <a:xfrm>
            <a:off x="5449824" y="2889504"/>
            <a:ext cx="5760720" cy="3319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cap="none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1"/>
          <p:cNvSpPr txBox="1"/>
          <p:nvPr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420624" y="6019801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1"/>
          <p:cNvSpPr txBox="1"/>
          <p:nvPr>
            <p:ph idx="11" type="ftr"/>
          </p:nvPr>
        </p:nvSpPr>
        <p:spPr>
          <a:xfrm rot="-5400000">
            <a:off x="-242952" y="1451496"/>
            <a:ext cx="1784352" cy="189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/>
          <p:nvPr>
            <p:ph idx="2" type="pic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52" name="Google Shape;52;p21"/>
          <p:cNvCxnSpPr/>
          <p:nvPr/>
        </p:nvCxnSpPr>
        <p:spPr>
          <a:xfrm>
            <a:off x="649224" y="2667000"/>
            <a:ext cx="0" cy="31242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" name="Google Shape;53;p21"/>
          <p:cNvCxnSpPr/>
          <p:nvPr/>
        </p:nvCxnSpPr>
        <p:spPr>
          <a:xfrm>
            <a:off x="5447344" y="2057400"/>
            <a:ext cx="411480" cy="0"/>
          </a:xfrm>
          <a:prstGeom prst="straightConnector1">
            <a:avLst/>
          </a:prstGeom>
          <a:noFill/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iton Header" showMasterSp="0">
  <p:cSld name="Seciton Header">
    <p:bg>
      <p:bgPr>
        <a:solidFill>
          <a:schemeClr val="accent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>
            <p:ph idx="2" type="pic"/>
          </p:nvPr>
        </p:nvSpPr>
        <p:spPr>
          <a:xfrm>
            <a:off x="1527048" y="1481328"/>
            <a:ext cx="9144000" cy="38862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22"/>
          <p:cNvSpPr txBox="1"/>
          <p:nvPr>
            <p:ph type="title"/>
          </p:nvPr>
        </p:nvSpPr>
        <p:spPr>
          <a:xfrm>
            <a:off x="2040636" y="3200400"/>
            <a:ext cx="81107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" type="body"/>
          </p:nvPr>
        </p:nvSpPr>
        <p:spPr>
          <a:xfrm>
            <a:off x="8046720" y="4745736"/>
            <a:ext cx="138988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cap="none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8" name="Google Shape;58;p22"/>
          <p:cNvSpPr/>
          <p:nvPr/>
        </p:nvSpPr>
        <p:spPr>
          <a:xfrm>
            <a:off x="8048624" y="4293195"/>
            <a:ext cx="409575" cy="883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Title and content 3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3"/>
          <p:cNvSpPr txBox="1"/>
          <p:nvPr>
            <p:ph type="title"/>
          </p:nvPr>
        </p:nvSpPr>
        <p:spPr>
          <a:xfrm>
            <a:off x="1188720" y="609600"/>
            <a:ext cx="9829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3"/>
          <p:cNvSpPr txBox="1"/>
          <p:nvPr>
            <p:ph idx="1" type="body"/>
          </p:nvPr>
        </p:nvSpPr>
        <p:spPr>
          <a:xfrm>
            <a:off x="1188720" y="1746504"/>
            <a:ext cx="9829800" cy="435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3"/>
          <p:cNvSpPr txBox="1"/>
          <p:nvPr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3"/>
          <p:cNvSpPr txBox="1"/>
          <p:nvPr>
            <p:ph idx="12" type="sldNum"/>
          </p:nvPr>
        </p:nvSpPr>
        <p:spPr>
          <a:xfrm>
            <a:off x="420624" y="6019801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" name="Google Shape;64;p23"/>
          <p:cNvSpPr txBox="1"/>
          <p:nvPr>
            <p:ph idx="11" type="ftr"/>
          </p:nvPr>
        </p:nvSpPr>
        <p:spPr>
          <a:xfrm rot="-5400000">
            <a:off x="-242952" y="1451496"/>
            <a:ext cx="1784352" cy="189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420624" y="6019801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24"/>
          <p:cNvSpPr txBox="1"/>
          <p:nvPr>
            <p:ph idx="11" type="ftr"/>
          </p:nvPr>
        </p:nvSpPr>
        <p:spPr>
          <a:xfrm rot="-5400000">
            <a:off x="-242952" y="1451496"/>
            <a:ext cx="1784352" cy="189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4"/>
          <p:cNvSpPr/>
          <p:nvPr>
            <p:ph idx="2" type="pic"/>
          </p:nvPr>
        </p:nvSpPr>
        <p:spPr>
          <a:xfrm>
            <a:off x="5370576" y="658368"/>
            <a:ext cx="6821424" cy="3346704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70" name="Google Shape;70;p24"/>
          <p:cNvCxnSpPr/>
          <p:nvPr/>
        </p:nvCxnSpPr>
        <p:spPr>
          <a:xfrm>
            <a:off x="1819102" y="5548842"/>
            <a:ext cx="411480" cy="0"/>
          </a:xfrm>
          <a:prstGeom prst="straightConnector1">
            <a:avLst/>
          </a:prstGeom>
          <a:noFill/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" name="Google Shape;71;p24"/>
          <p:cNvSpPr txBox="1"/>
          <p:nvPr>
            <p:ph idx="1" type="subTitle"/>
          </p:nvPr>
        </p:nvSpPr>
        <p:spPr>
          <a:xfrm>
            <a:off x="1819656" y="5943600"/>
            <a:ext cx="4809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cap="none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2" name="Google Shape;72;p24"/>
          <p:cNvSpPr txBox="1"/>
          <p:nvPr>
            <p:ph type="title"/>
          </p:nvPr>
        </p:nvSpPr>
        <p:spPr>
          <a:xfrm>
            <a:off x="1819656" y="2459736"/>
            <a:ext cx="5157216" cy="267004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x4">
  <p:cSld name="Team x4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"/>
          <p:cNvSpPr txBox="1"/>
          <p:nvPr>
            <p:ph type="title"/>
          </p:nvPr>
        </p:nvSpPr>
        <p:spPr>
          <a:xfrm>
            <a:off x="1097280" y="609600"/>
            <a:ext cx="10021824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2" type="sldNum"/>
          </p:nvPr>
        </p:nvSpPr>
        <p:spPr>
          <a:xfrm>
            <a:off x="420624" y="6019801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 rot="-5400000">
            <a:off x="-242952" y="1451496"/>
            <a:ext cx="1784352" cy="189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/>
          <p:nvPr>
            <p:ph idx="2" type="pic"/>
          </p:nvPr>
        </p:nvSpPr>
        <p:spPr>
          <a:xfrm>
            <a:off x="1298448" y="2441448"/>
            <a:ext cx="1828800" cy="182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8" name="Google Shape;78;p25"/>
          <p:cNvSpPr/>
          <p:nvPr>
            <p:ph idx="3" type="pic"/>
          </p:nvPr>
        </p:nvSpPr>
        <p:spPr>
          <a:xfrm>
            <a:off x="3886200" y="2441448"/>
            <a:ext cx="1828800" cy="182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9" name="Google Shape;79;p25"/>
          <p:cNvSpPr/>
          <p:nvPr>
            <p:ph idx="4" type="pic"/>
          </p:nvPr>
        </p:nvSpPr>
        <p:spPr>
          <a:xfrm>
            <a:off x="6473952" y="2441448"/>
            <a:ext cx="1828800" cy="182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0" name="Google Shape;80;p25"/>
          <p:cNvSpPr/>
          <p:nvPr>
            <p:ph idx="5" type="pic"/>
          </p:nvPr>
        </p:nvSpPr>
        <p:spPr>
          <a:xfrm>
            <a:off x="9034272" y="2441448"/>
            <a:ext cx="1828800" cy="182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1" name="Google Shape;81;p25"/>
          <p:cNvSpPr txBox="1"/>
          <p:nvPr>
            <p:ph idx="1" type="body"/>
          </p:nvPr>
        </p:nvSpPr>
        <p:spPr>
          <a:xfrm>
            <a:off x="1298448" y="4974336"/>
            <a:ext cx="1828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6" type="body"/>
          </p:nvPr>
        </p:nvSpPr>
        <p:spPr>
          <a:xfrm>
            <a:off x="1298448" y="5596128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7" type="body"/>
          </p:nvPr>
        </p:nvSpPr>
        <p:spPr>
          <a:xfrm>
            <a:off x="3886200" y="4974336"/>
            <a:ext cx="1828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8" type="body"/>
          </p:nvPr>
        </p:nvSpPr>
        <p:spPr>
          <a:xfrm>
            <a:off x="3886200" y="5596128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25"/>
          <p:cNvSpPr txBox="1"/>
          <p:nvPr>
            <p:ph idx="9" type="body"/>
          </p:nvPr>
        </p:nvSpPr>
        <p:spPr>
          <a:xfrm>
            <a:off x="6473952" y="4974336"/>
            <a:ext cx="1828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25"/>
          <p:cNvSpPr txBox="1"/>
          <p:nvPr>
            <p:ph idx="13" type="body"/>
          </p:nvPr>
        </p:nvSpPr>
        <p:spPr>
          <a:xfrm>
            <a:off x="6473952" y="5596128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5"/>
          <p:cNvSpPr txBox="1"/>
          <p:nvPr>
            <p:ph idx="14" type="body"/>
          </p:nvPr>
        </p:nvSpPr>
        <p:spPr>
          <a:xfrm>
            <a:off x="9070848" y="4974336"/>
            <a:ext cx="1828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5"/>
          <p:cNvSpPr txBox="1"/>
          <p:nvPr>
            <p:ph idx="15" type="body"/>
          </p:nvPr>
        </p:nvSpPr>
        <p:spPr>
          <a:xfrm>
            <a:off x="9070848" y="5596128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89" name="Google Shape;89;p25"/>
          <p:cNvCxnSpPr/>
          <p:nvPr/>
        </p:nvCxnSpPr>
        <p:spPr>
          <a:xfrm>
            <a:off x="4592478" y="4688743"/>
            <a:ext cx="411480" cy="0"/>
          </a:xfrm>
          <a:prstGeom prst="straightConnector1">
            <a:avLst/>
          </a:prstGeom>
          <a:noFill/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" name="Google Shape;90;p25"/>
          <p:cNvCxnSpPr/>
          <p:nvPr/>
        </p:nvCxnSpPr>
        <p:spPr>
          <a:xfrm>
            <a:off x="2004720" y="4688743"/>
            <a:ext cx="411480" cy="0"/>
          </a:xfrm>
          <a:prstGeom prst="straightConnector1">
            <a:avLst/>
          </a:prstGeom>
          <a:noFill/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" name="Google Shape;91;p25"/>
          <p:cNvCxnSpPr/>
          <p:nvPr/>
        </p:nvCxnSpPr>
        <p:spPr>
          <a:xfrm>
            <a:off x="9737699" y="4688743"/>
            <a:ext cx="411480" cy="0"/>
          </a:xfrm>
          <a:prstGeom prst="straightConnector1">
            <a:avLst/>
          </a:prstGeom>
          <a:noFill/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" name="Google Shape;92;p25"/>
          <p:cNvCxnSpPr/>
          <p:nvPr/>
        </p:nvCxnSpPr>
        <p:spPr>
          <a:xfrm>
            <a:off x="7183278" y="4688743"/>
            <a:ext cx="411480" cy="0"/>
          </a:xfrm>
          <a:prstGeom prst="straightConnector1">
            <a:avLst/>
          </a:prstGeom>
          <a:noFill/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x8">
  <p:cSld name="Team x8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6"/>
          <p:cNvSpPr txBox="1"/>
          <p:nvPr>
            <p:ph type="title"/>
          </p:nvPr>
        </p:nvSpPr>
        <p:spPr>
          <a:xfrm>
            <a:off x="1097280" y="609600"/>
            <a:ext cx="1033272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6"/>
          <p:cNvSpPr txBox="1"/>
          <p:nvPr>
            <p:ph idx="12" type="sldNum"/>
          </p:nvPr>
        </p:nvSpPr>
        <p:spPr>
          <a:xfrm>
            <a:off x="420624" y="6019801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26"/>
          <p:cNvSpPr txBox="1"/>
          <p:nvPr>
            <p:ph idx="11" type="ftr"/>
          </p:nvPr>
        </p:nvSpPr>
        <p:spPr>
          <a:xfrm rot="-5400000">
            <a:off x="-242952" y="1451496"/>
            <a:ext cx="1784352" cy="189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6"/>
          <p:cNvSpPr/>
          <p:nvPr>
            <p:ph idx="2" type="pic"/>
          </p:nvPr>
        </p:nvSpPr>
        <p:spPr>
          <a:xfrm>
            <a:off x="1636776" y="1755648"/>
            <a:ext cx="1143000" cy="1143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8" name="Google Shape;98;p26"/>
          <p:cNvSpPr/>
          <p:nvPr>
            <p:ph idx="3" type="pic"/>
          </p:nvPr>
        </p:nvSpPr>
        <p:spPr>
          <a:xfrm>
            <a:off x="4224528" y="1755648"/>
            <a:ext cx="1143000" cy="1143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9" name="Google Shape;99;p26"/>
          <p:cNvSpPr/>
          <p:nvPr>
            <p:ph idx="4" type="pic"/>
          </p:nvPr>
        </p:nvSpPr>
        <p:spPr>
          <a:xfrm>
            <a:off x="6848856" y="1755648"/>
            <a:ext cx="1143000" cy="1143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0" name="Google Shape;100;p26"/>
          <p:cNvSpPr/>
          <p:nvPr>
            <p:ph idx="5" type="pic"/>
          </p:nvPr>
        </p:nvSpPr>
        <p:spPr>
          <a:xfrm>
            <a:off x="9381744" y="1755648"/>
            <a:ext cx="1143000" cy="1143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1" name="Google Shape;101;p26"/>
          <p:cNvSpPr txBox="1"/>
          <p:nvPr>
            <p:ph idx="1" type="body"/>
          </p:nvPr>
        </p:nvSpPr>
        <p:spPr>
          <a:xfrm>
            <a:off x="1298448" y="3300984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26"/>
          <p:cNvSpPr txBox="1"/>
          <p:nvPr>
            <p:ph idx="6" type="body"/>
          </p:nvPr>
        </p:nvSpPr>
        <p:spPr>
          <a:xfrm>
            <a:off x="1298448" y="373075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26"/>
          <p:cNvSpPr txBox="1"/>
          <p:nvPr>
            <p:ph idx="7" type="body"/>
          </p:nvPr>
        </p:nvSpPr>
        <p:spPr>
          <a:xfrm>
            <a:off x="3886200" y="3300984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26"/>
          <p:cNvSpPr txBox="1"/>
          <p:nvPr>
            <p:ph idx="8" type="body"/>
          </p:nvPr>
        </p:nvSpPr>
        <p:spPr>
          <a:xfrm>
            <a:off x="3886200" y="373075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26"/>
          <p:cNvSpPr txBox="1"/>
          <p:nvPr>
            <p:ph idx="9" type="body"/>
          </p:nvPr>
        </p:nvSpPr>
        <p:spPr>
          <a:xfrm>
            <a:off x="6510528" y="3300984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3" type="body"/>
          </p:nvPr>
        </p:nvSpPr>
        <p:spPr>
          <a:xfrm>
            <a:off x="6510528" y="373075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26"/>
          <p:cNvSpPr txBox="1"/>
          <p:nvPr>
            <p:ph idx="14" type="body"/>
          </p:nvPr>
        </p:nvSpPr>
        <p:spPr>
          <a:xfrm>
            <a:off x="9034272" y="3300984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15" type="body"/>
          </p:nvPr>
        </p:nvSpPr>
        <p:spPr>
          <a:xfrm>
            <a:off x="9034272" y="373075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09" name="Google Shape;109;p26"/>
          <p:cNvCxnSpPr/>
          <p:nvPr/>
        </p:nvCxnSpPr>
        <p:spPr>
          <a:xfrm>
            <a:off x="4684061" y="3104299"/>
            <a:ext cx="228600" cy="0"/>
          </a:xfrm>
          <a:prstGeom prst="straightConnector1">
            <a:avLst/>
          </a:prstGeom>
          <a:noFill/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" name="Google Shape;110;p26"/>
          <p:cNvCxnSpPr/>
          <p:nvPr/>
        </p:nvCxnSpPr>
        <p:spPr>
          <a:xfrm>
            <a:off x="2096160" y="3104299"/>
            <a:ext cx="228600" cy="0"/>
          </a:xfrm>
          <a:prstGeom prst="straightConnector1">
            <a:avLst/>
          </a:prstGeom>
          <a:noFill/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" name="Google Shape;111;p26"/>
          <p:cNvCxnSpPr/>
          <p:nvPr/>
        </p:nvCxnSpPr>
        <p:spPr>
          <a:xfrm>
            <a:off x="9837985" y="3104299"/>
            <a:ext cx="228600" cy="0"/>
          </a:xfrm>
          <a:prstGeom prst="straightConnector1">
            <a:avLst/>
          </a:prstGeom>
          <a:noFill/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" name="Google Shape;112;p26"/>
          <p:cNvCxnSpPr/>
          <p:nvPr/>
        </p:nvCxnSpPr>
        <p:spPr>
          <a:xfrm>
            <a:off x="7306235" y="3104299"/>
            <a:ext cx="228600" cy="0"/>
          </a:xfrm>
          <a:prstGeom prst="straightConnector1">
            <a:avLst/>
          </a:prstGeom>
          <a:noFill/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3" name="Google Shape;113;p26"/>
          <p:cNvSpPr/>
          <p:nvPr>
            <p:ph idx="16" type="pic"/>
          </p:nvPr>
        </p:nvSpPr>
        <p:spPr>
          <a:xfrm>
            <a:off x="1636776" y="4270248"/>
            <a:ext cx="1143000" cy="1143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4" name="Google Shape;114;p26"/>
          <p:cNvSpPr/>
          <p:nvPr>
            <p:ph idx="17" type="pic"/>
          </p:nvPr>
        </p:nvSpPr>
        <p:spPr>
          <a:xfrm>
            <a:off x="4224528" y="4270248"/>
            <a:ext cx="1143000" cy="1143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5" name="Google Shape;115;p26"/>
          <p:cNvSpPr/>
          <p:nvPr>
            <p:ph idx="18" type="pic"/>
          </p:nvPr>
        </p:nvSpPr>
        <p:spPr>
          <a:xfrm>
            <a:off x="6848856" y="4270248"/>
            <a:ext cx="1143000" cy="1143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6" name="Google Shape;116;p26"/>
          <p:cNvSpPr/>
          <p:nvPr>
            <p:ph idx="19" type="pic"/>
          </p:nvPr>
        </p:nvSpPr>
        <p:spPr>
          <a:xfrm>
            <a:off x="9381744" y="4270248"/>
            <a:ext cx="1143000" cy="1143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7" name="Google Shape;117;p26"/>
          <p:cNvSpPr txBox="1"/>
          <p:nvPr>
            <p:ph idx="20" type="body"/>
          </p:nvPr>
        </p:nvSpPr>
        <p:spPr>
          <a:xfrm>
            <a:off x="1298448" y="582472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6"/>
          <p:cNvSpPr txBox="1"/>
          <p:nvPr>
            <p:ph idx="21" type="body"/>
          </p:nvPr>
        </p:nvSpPr>
        <p:spPr>
          <a:xfrm>
            <a:off x="1298448" y="624535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6"/>
          <p:cNvSpPr txBox="1"/>
          <p:nvPr>
            <p:ph idx="22" type="body"/>
          </p:nvPr>
        </p:nvSpPr>
        <p:spPr>
          <a:xfrm>
            <a:off x="3886200" y="582472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6"/>
          <p:cNvSpPr txBox="1"/>
          <p:nvPr>
            <p:ph idx="23" type="body"/>
          </p:nvPr>
        </p:nvSpPr>
        <p:spPr>
          <a:xfrm>
            <a:off x="3886200" y="624535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6"/>
          <p:cNvSpPr txBox="1"/>
          <p:nvPr>
            <p:ph idx="24" type="body"/>
          </p:nvPr>
        </p:nvSpPr>
        <p:spPr>
          <a:xfrm>
            <a:off x="6510528" y="582472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6"/>
          <p:cNvSpPr txBox="1"/>
          <p:nvPr>
            <p:ph idx="25" type="body"/>
          </p:nvPr>
        </p:nvSpPr>
        <p:spPr>
          <a:xfrm>
            <a:off x="6510528" y="624535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26"/>
          <p:cNvSpPr txBox="1"/>
          <p:nvPr>
            <p:ph idx="26" type="body"/>
          </p:nvPr>
        </p:nvSpPr>
        <p:spPr>
          <a:xfrm>
            <a:off x="9034272" y="582472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26"/>
          <p:cNvSpPr txBox="1"/>
          <p:nvPr>
            <p:ph idx="27" type="body"/>
          </p:nvPr>
        </p:nvSpPr>
        <p:spPr>
          <a:xfrm>
            <a:off x="9034272" y="624535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25" name="Google Shape;125;p26"/>
          <p:cNvCxnSpPr/>
          <p:nvPr/>
        </p:nvCxnSpPr>
        <p:spPr>
          <a:xfrm>
            <a:off x="4684061" y="5623560"/>
            <a:ext cx="228600" cy="0"/>
          </a:xfrm>
          <a:prstGeom prst="straightConnector1">
            <a:avLst/>
          </a:prstGeom>
          <a:noFill/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6" name="Google Shape;126;p26"/>
          <p:cNvCxnSpPr/>
          <p:nvPr/>
        </p:nvCxnSpPr>
        <p:spPr>
          <a:xfrm>
            <a:off x="2096160" y="5623560"/>
            <a:ext cx="228600" cy="0"/>
          </a:xfrm>
          <a:prstGeom prst="straightConnector1">
            <a:avLst/>
          </a:prstGeom>
          <a:noFill/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" name="Google Shape;127;p26"/>
          <p:cNvCxnSpPr/>
          <p:nvPr/>
        </p:nvCxnSpPr>
        <p:spPr>
          <a:xfrm>
            <a:off x="9837985" y="5623560"/>
            <a:ext cx="228600" cy="0"/>
          </a:xfrm>
          <a:prstGeom prst="straightConnector1">
            <a:avLst/>
          </a:prstGeom>
          <a:noFill/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" name="Google Shape;128;p26"/>
          <p:cNvCxnSpPr/>
          <p:nvPr/>
        </p:nvCxnSpPr>
        <p:spPr>
          <a:xfrm>
            <a:off x="7306235" y="5623560"/>
            <a:ext cx="228600" cy="0"/>
          </a:xfrm>
          <a:prstGeom prst="straightConnector1">
            <a:avLst/>
          </a:prstGeom>
          <a:noFill/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Lis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/>
          <p:nvPr>
            <p:ph idx="2" type="pic"/>
          </p:nvPr>
        </p:nvSpPr>
        <p:spPr>
          <a:xfrm>
            <a:off x="0" y="5175504"/>
            <a:ext cx="12188952" cy="1682496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27"/>
          <p:cNvSpPr txBox="1"/>
          <p:nvPr>
            <p:ph type="title"/>
          </p:nvPr>
        </p:nvSpPr>
        <p:spPr>
          <a:xfrm>
            <a:off x="1085088" y="609600"/>
            <a:ext cx="10021824" cy="12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7"/>
          <p:cNvSpPr txBox="1"/>
          <p:nvPr>
            <p:ph idx="12" type="sldNum"/>
          </p:nvPr>
        </p:nvSpPr>
        <p:spPr>
          <a:xfrm>
            <a:off x="420624" y="6019801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27"/>
          <p:cNvSpPr txBox="1"/>
          <p:nvPr>
            <p:ph idx="11" type="ftr"/>
          </p:nvPr>
        </p:nvSpPr>
        <p:spPr>
          <a:xfrm rot="-5400000">
            <a:off x="-242952" y="1451496"/>
            <a:ext cx="1784352" cy="189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7"/>
          <p:cNvSpPr txBox="1"/>
          <p:nvPr>
            <p:ph idx="1" type="body"/>
          </p:nvPr>
        </p:nvSpPr>
        <p:spPr>
          <a:xfrm>
            <a:off x="1298448" y="2441448"/>
            <a:ext cx="1280160" cy="75895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27"/>
          <p:cNvSpPr txBox="1"/>
          <p:nvPr>
            <p:ph idx="3" type="body"/>
          </p:nvPr>
        </p:nvSpPr>
        <p:spPr>
          <a:xfrm>
            <a:off x="1298448" y="3730752"/>
            <a:ext cx="12801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7"/>
          <p:cNvSpPr txBox="1"/>
          <p:nvPr>
            <p:ph idx="4" type="body"/>
          </p:nvPr>
        </p:nvSpPr>
        <p:spPr>
          <a:xfrm>
            <a:off x="3383280" y="2441448"/>
            <a:ext cx="1280160" cy="75895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5" type="body"/>
          </p:nvPr>
        </p:nvSpPr>
        <p:spPr>
          <a:xfrm>
            <a:off x="3383280" y="3730752"/>
            <a:ext cx="12801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27"/>
          <p:cNvSpPr txBox="1"/>
          <p:nvPr>
            <p:ph idx="6" type="body"/>
          </p:nvPr>
        </p:nvSpPr>
        <p:spPr>
          <a:xfrm>
            <a:off x="5468112" y="2441448"/>
            <a:ext cx="1280160" cy="75895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27"/>
          <p:cNvSpPr txBox="1"/>
          <p:nvPr>
            <p:ph idx="7" type="body"/>
          </p:nvPr>
        </p:nvSpPr>
        <p:spPr>
          <a:xfrm>
            <a:off x="5468112" y="3730752"/>
            <a:ext cx="12801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8" type="body"/>
          </p:nvPr>
        </p:nvSpPr>
        <p:spPr>
          <a:xfrm>
            <a:off x="7552944" y="2441448"/>
            <a:ext cx="1280160" cy="75895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27"/>
          <p:cNvSpPr txBox="1"/>
          <p:nvPr>
            <p:ph idx="9" type="body"/>
          </p:nvPr>
        </p:nvSpPr>
        <p:spPr>
          <a:xfrm>
            <a:off x="7552944" y="3730752"/>
            <a:ext cx="12801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42" name="Google Shape;142;p27"/>
          <p:cNvCxnSpPr/>
          <p:nvPr/>
        </p:nvCxnSpPr>
        <p:spPr>
          <a:xfrm>
            <a:off x="3383280" y="3438144"/>
            <a:ext cx="228600" cy="0"/>
          </a:xfrm>
          <a:prstGeom prst="straightConnector1">
            <a:avLst/>
          </a:prstGeom>
          <a:noFill/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3" name="Google Shape;143;p27"/>
          <p:cNvCxnSpPr/>
          <p:nvPr/>
        </p:nvCxnSpPr>
        <p:spPr>
          <a:xfrm>
            <a:off x="9637776" y="3438144"/>
            <a:ext cx="228600" cy="0"/>
          </a:xfrm>
          <a:prstGeom prst="straightConnector1">
            <a:avLst/>
          </a:prstGeom>
          <a:noFill/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4" name="Google Shape;144;p27"/>
          <p:cNvCxnSpPr/>
          <p:nvPr/>
        </p:nvCxnSpPr>
        <p:spPr>
          <a:xfrm>
            <a:off x="7552944" y="3438144"/>
            <a:ext cx="228600" cy="0"/>
          </a:xfrm>
          <a:prstGeom prst="straightConnector1">
            <a:avLst/>
          </a:prstGeom>
          <a:noFill/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5" name="Google Shape;145;p27"/>
          <p:cNvCxnSpPr/>
          <p:nvPr/>
        </p:nvCxnSpPr>
        <p:spPr>
          <a:xfrm>
            <a:off x="5468112" y="3438144"/>
            <a:ext cx="228600" cy="0"/>
          </a:xfrm>
          <a:prstGeom prst="straightConnector1">
            <a:avLst/>
          </a:prstGeom>
          <a:noFill/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p27"/>
          <p:cNvSpPr txBox="1"/>
          <p:nvPr>
            <p:ph idx="13" type="body"/>
          </p:nvPr>
        </p:nvSpPr>
        <p:spPr>
          <a:xfrm>
            <a:off x="9637776" y="2441448"/>
            <a:ext cx="1280160" cy="75895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27"/>
          <p:cNvSpPr txBox="1"/>
          <p:nvPr>
            <p:ph idx="14" type="body"/>
          </p:nvPr>
        </p:nvSpPr>
        <p:spPr>
          <a:xfrm>
            <a:off x="9637776" y="3730752"/>
            <a:ext cx="12801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48" name="Google Shape;148;p27"/>
          <p:cNvCxnSpPr/>
          <p:nvPr/>
        </p:nvCxnSpPr>
        <p:spPr>
          <a:xfrm>
            <a:off x="1298448" y="3438144"/>
            <a:ext cx="228600" cy="0"/>
          </a:xfrm>
          <a:prstGeom prst="straightConnector1">
            <a:avLst/>
          </a:prstGeom>
          <a:noFill/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Timeline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/>
          <p:nvPr>
            <p:ph idx="2" type="pic"/>
          </p:nvPr>
        </p:nvSpPr>
        <p:spPr>
          <a:xfrm>
            <a:off x="0" y="0"/>
            <a:ext cx="12188952" cy="1682496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28"/>
          <p:cNvSpPr txBox="1"/>
          <p:nvPr>
            <p:ph type="title"/>
          </p:nvPr>
        </p:nvSpPr>
        <p:spPr>
          <a:xfrm>
            <a:off x="1298448" y="5221224"/>
            <a:ext cx="362102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8"/>
          <p:cNvSpPr txBox="1"/>
          <p:nvPr>
            <p:ph idx="12" type="sldNum"/>
          </p:nvPr>
        </p:nvSpPr>
        <p:spPr>
          <a:xfrm>
            <a:off x="420624" y="6019801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" name="Google Shape;153;p28"/>
          <p:cNvSpPr txBox="1"/>
          <p:nvPr>
            <p:ph idx="11" type="ftr"/>
          </p:nvPr>
        </p:nvSpPr>
        <p:spPr>
          <a:xfrm rot="-5400000">
            <a:off x="-242952" y="1451496"/>
            <a:ext cx="1784352" cy="189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1298448" y="3351784"/>
            <a:ext cx="1620520" cy="411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sz="20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28"/>
          <p:cNvSpPr txBox="1"/>
          <p:nvPr>
            <p:ph idx="3" type="body"/>
          </p:nvPr>
        </p:nvSpPr>
        <p:spPr>
          <a:xfrm>
            <a:off x="3300984" y="3351784"/>
            <a:ext cx="1620520" cy="411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sz="20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28"/>
          <p:cNvSpPr txBox="1"/>
          <p:nvPr>
            <p:ph idx="4" type="body"/>
          </p:nvPr>
        </p:nvSpPr>
        <p:spPr>
          <a:xfrm>
            <a:off x="5312664" y="3351784"/>
            <a:ext cx="1620520" cy="411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sz="20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28"/>
          <p:cNvSpPr txBox="1"/>
          <p:nvPr>
            <p:ph idx="5" type="body"/>
          </p:nvPr>
        </p:nvSpPr>
        <p:spPr>
          <a:xfrm>
            <a:off x="7315200" y="3351784"/>
            <a:ext cx="1620520" cy="411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sz="20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28"/>
          <p:cNvSpPr txBox="1"/>
          <p:nvPr>
            <p:ph idx="6" type="body"/>
          </p:nvPr>
        </p:nvSpPr>
        <p:spPr>
          <a:xfrm>
            <a:off x="9321800" y="3351784"/>
            <a:ext cx="1620520" cy="411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sz="20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59" name="Google Shape;159;p28"/>
          <p:cNvCxnSpPr/>
          <p:nvPr/>
        </p:nvCxnSpPr>
        <p:spPr>
          <a:xfrm>
            <a:off x="1298448" y="6111876"/>
            <a:ext cx="411480" cy="0"/>
          </a:xfrm>
          <a:prstGeom prst="straightConnector1">
            <a:avLst/>
          </a:prstGeom>
          <a:noFill/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0" name="Google Shape;160;p28"/>
          <p:cNvCxnSpPr/>
          <p:nvPr/>
        </p:nvCxnSpPr>
        <p:spPr>
          <a:xfrm rot="10800000">
            <a:off x="1219200" y="2871216"/>
            <a:ext cx="9595104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61" name="Google Shape;161;p28"/>
          <p:cNvSpPr txBox="1"/>
          <p:nvPr>
            <p:ph idx="7" type="body"/>
          </p:nvPr>
        </p:nvSpPr>
        <p:spPr>
          <a:xfrm>
            <a:off x="1298448" y="3803904"/>
            <a:ext cx="16205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28"/>
          <p:cNvSpPr txBox="1"/>
          <p:nvPr>
            <p:ph idx="8" type="body"/>
          </p:nvPr>
        </p:nvSpPr>
        <p:spPr>
          <a:xfrm>
            <a:off x="3300984" y="3803904"/>
            <a:ext cx="16205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3" name="Google Shape;163;p28"/>
          <p:cNvSpPr txBox="1"/>
          <p:nvPr>
            <p:ph idx="9" type="body"/>
          </p:nvPr>
        </p:nvSpPr>
        <p:spPr>
          <a:xfrm>
            <a:off x="5312664" y="3803904"/>
            <a:ext cx="16205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8"/>
          <p:cNvSpPr txBox="1"/>
          <p:nvPr>
            <p:ph idx="13" type="body"/>
          </p:nvPr>
        </p:nvSpPr>
        <p:spPr>
          <a:xfrm>
            <a:off x="7315200" y="3803904"/>
            <a:ext cx="16205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28"/>
          <p:cNvSpPr txBox="1"/>
          <p:nvPr>
            <p:ph idx="14" type="body"/>
          </p:nvPr>
        </p:nvSpPr>
        <p:spPr>
          <a:xfrm>
            <a:off x="9321800" y="3803904"/>
            <a:ext cx="16205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6" name="Google Shape;166;p28"/>
          <p:cNvSpPr txBox="1"/>
          <p:nvPr>
            <p:ph idx="15" type="body"/>
          </p:nvPr>
        </p:nvSpPr>
        <p:spPr>
          <a:xfrm>
            <a:off x="3300984" y="2638738"/>
            <a:ext cx="91440" cy="411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8"/>
          <p:cNvSpPr txBox="1"/>
          <p:nvPr>
            <p:ph idx="16" type="body"/>
          </p:nvPr>
        </p:nvSpPr>
        <p:spPr>
          <a:xfrm>
            <a:off x="1298448" y="2638738"/>
            <a:ext cx="91440" cy="411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8"/>
          <p:cNvSpPr txBox="1"/>
          <p:nvPr>
            <p:ph idx="17" type="body"/>
          </p:nvPr>
        </p:nvSpPr>
        <p:spPr>
          <a:xfrm>
            <a:off x="5312664" y="2638738"/>
            <a:ext cx="91440" cy="411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p28"/>
          <p:cNvSpPr txBox="1"/>
          <p:nvPr>
            <p:ph idx="18" type="body"/>
          </p:nvPr>
        </p:nvSpPr>
        <p:spPr>
          <a:xfrm>
            <a:off x="7315200" y="2638738"/>
            <a:ext cx="91440" cy="411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28"/>
          <p:cNvSpPr txBox="1"/>
          <p:nvPr>
            <p:ph idx="19" type="body"/>
          </p:nvPr>
        </p:nvSpPr>
        <p:spPr>
          <a:xfrm>
            <a:off x="9321800" y="2638738"/>
            <a:ext cx="91440" cy="411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/>
          <p:nvPr>
            <p:ph idx="2" type="pic"/>
          </p:nvPr>
        </p:nvSpPr>
        <p:spPr>
          <a:xfrm>
            <a:off x="0" y="0"/>
            <a:ext cx="6656832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29"/>
          <p:cNvSpPr txBox="1"/>
          <p:nvPr>
            <p:ph type="title"/>
          </p:nvPr>
        </p:nvSpPr>
        <p:spPr>
          <a:xfrm>
            <a:off x="1298448" y="609600"/>
            <a:ext cx="66568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9"/>
          <p:cNvSpPr txBox="1"/>
          <p:nvPr>
            <p:ph idx="1" type="body"/>
          </p:nvPr>
        </p:nvSpPr>
        <p:spPr>
          <a:xfrm>
            <a:off x="1298448" y="2209800"/>
            <a:ext cx="4495744" cy="4648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0" lIns="310875" spcFirstLastPara="1" rIns="274300" wrap="square" tIns="36575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 cap="non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5" name="Google Shape;175;p29"/>
          <p:cNvSpPr txBox="1"/>
          <p:nvPr>
            <p:ph idx="3" type="body"/>
          </p:nvPr>
        </p:nvSpPr>
        <p:spPr>
          <a:xfrm>
            <a:off x="1618488" y="3630168"/>
            <a:ext cx="38862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29"/>
          <p:cNvSpPr txBox="1"/>
          <p:nvPr>
            <p:ph idx="4" type="body"/>
          </p:nvPr>
        </p:nvSpPr>
        <p:spPr>
          <a:xfrm>
            <a:off x="6705600" y="2209800"/>
            <a:ext cx="4495744" cy="4648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0" lIns="310875" spcFirstLastPara="1" rIns="274300" wrap="square" tIns="36575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 cap="non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7" name="Google Shape;177;p29"/>
          <p:cNvSpPr txBox="1"/>
          <p:nvPr>
            <p:ph idx="5" type="body"/>
          </p:nvPr>
        </p:nvSpPr>
        <p:spPr>
          <a:xfrm>
            <a:off x="7013448" y="3630168"/>
            <a:ext cx="38862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p29"/>
          <p:cNvSpPr txBox="1"/>
          <p:nvPr>
            <p:ph idx="12" type="sldNum"/>
          </p:nvPr>
        </p:nvSpPr>
        <p:spPr>
          <a:xfrm>
            <a:off x="420624" y="6019801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29"/>
          <p:cNvSpPr txBox="1"/>
          <p:nvPr>
            <p:ph idx="11" type="ftr"/>
          </p:nvPr>
        </p:nvSpPr>
        <p:spPr>
          <a:xfrm rot="-5400000">
            <a:off x="-242952" y="1451496"/>
            <a:ext cx="1784352" cy="189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9"/>
          <p:cNvSpPr/>
          <p:nvPr/>
        </p:nvSpPr>
        <p:spPr>
          <a:xfrm>
            <a:off x="1295400" y="1492377"/>
            <a:ext cx="409575" cy="883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zon x3">
  <p:cSld name="Comparizon x3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/>
          <p:nvPr/>
        </p:nvSpPr>
        <p:spPr>
          <a:xfrm>
            <a:off x="5791200" y="0"/>
            <a:ext cx="6400800" cy="6858000"/>
          </a:xfrm>
          <a:prstGeom prst="rect">
            <a:avLst/>
          </a:prstGeom>
          <a:solidFill>
            <a:srgbClr val="B2FF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0"/>
          <p:cNvSpPr txBox="1"/>
          <p:nvPr>
            <p:ph type="title"/>
          </p:nvPr>
        </p:nvSpPr>
        <p:spPr>
          <a:xfrm>
            <a:off x="1298448" y="4014216"/>
            <a:ext cx="4160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30"/>
          <p:cNvSpPr txBox="1"/>
          <p:nvPr>
            <p:ph idx="1" type="body"/>
          </p:nvPr>
        </p:nvSpPr>
        <p:spPr>
          <a:xfrm>
            <a:off x="7498080" y="621792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86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 cap="non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5" name="Google Shape;185;p30"/>
          <p:cNvSpPr txBox="1"/>
          <p:nvPr>
            <p:ph idx="2" type="body"/>
          </p:nvPr>
        </p:nvSpPr>
        <p:spPr>
          <a:xfrm>
            <a:off x="7498080" y="1069848"/>
            <a:ext cx="3886200" cy="1527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6" name="Google Shape;186;p30"/>
          <p:cNvSpPr txBox="1"/>
          <p:nvPr>
            <p:ph idx="3" type="body"/>
          </p:nvPr>
        </p:nvSpPr>
        <p:spPr>
          <a:xfrm>
            <a:off x="7498080" y="317296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86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 cap="non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7" name="Google Shape;187;p30"/>
          <p:cNvSpPr txBox="1"/>
          <p:nvPr>
            <p:ph idx="4" type="body"/>
          </p:nvPr>
        </p:nvSpPr>
        <p:spPr>
          <a:xfrm>
            <a:off x="7498080" y="3621024"/>
            <a:ext cx="3886200" cy="1179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8" name="Google Shape;188;p30"/>
          <p:cNvSpPr txBox="1"/>
          <p:nvPr>
            <p:ph idx="12" type="sldNum"/>
          </p:nvPr>
        </p:nvSpPr>
        <p:spPr>
          <a:xfrm>
            <a:off x="420624" y="6019801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30"/>
          <p:cNvSpPr txBox="1"/>
          <p:nvPr>
            <p:ph idx="11" type="ftr"/>
          </p:nvPr>
        </p:nvSpPr>
        <p:spPr>
          <a:xfrm rot="-5400000">
            <a:off x="-242952" y="1451496"/>
            <a:ext cx="1784352" cy="189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0"/>
          <p:cNvSpPr/>
          <p:nvPr>
            <p:ph idx="5" type="pic"/>
          </p:nvPr>
        </p:nvSpPr>
        <p:spPr>
          <a:xfrm>
            <a:off x="1298448" y="612648"/>
            <a:ext cx="3200400" cy="3200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1" name="Google Shape;191;p30"/>
          <p:cNvSpPr txBox="1"/>
          <p:nvPr>
            <p:ph idx="6" type="body"/>
          </p:nvPr>
        </p:nvSpPr>
        <p:spPr>
          <a:xfrm>
            <a:off x="7498080" y="5129784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86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 cap="non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2" name="Google Shape;192;p30"/>
          <p:cNvSpPr txBox="1"/>
          <p:nvPr>
            <p:ph idx="7" type="body"/>
          </p:nvPr>
        </p:nvSpPr>
        <p:spPr>
          <a:xfrm>
            <a:off x="7498080" y="5568696"/>
            <a:ext cx="3886200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3" name="Google Shape;193;p30"/>
          <p:cNvSpPr/>
          <p:nvPr>
            <p:ph idx="8" type="pic"/>
          </p:nvPr>
        </p:nvSpPr>
        <p:spPr>
          <a:xfrm>
            <a:off x="6245352" y="704088"/>
            <a:ext cx="914400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30"/>
          <p:cNvSpPr/>
          <p:nvPr>
            <p:ph idx="9" type="pic"/>
          </p:nvPr>
        </p:nvSpPr>
        <p:spPr>
          <a:xfrm>
            <a:off x="6245352" y="3273552"/>
            <a:ext cx="914400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30"/>
          <p:cNvSpPr/>
          <p:nvPr>
            <p:ph idx="13" type="pic"/>
          </p:nvPr>
        </p:nvSpPr>
        <p:spPr>
          <a:xfrm>
            <a:off x="6245352" y="5166360"/>
            <a:ext cx="914400" cy="9144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96" name="Google Shape;196;p30"/>
          <p:cNvCxnSpPr/>
          <p:nvPr/>
        </p:nvCxnSpPr>
        <p:spPr>
          <a:xfrm>
            <a:off x="1298448" y="6111876"/>
            <a:ext cx="411480" cy="0"/>
          </a:xfrm>
          <a:prstGeom prst="straightConnector1">
            <a:avLst/>
          </a:prstGeom>
          <a:noFill/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 showMasterSp="0">
  <p:cSld name="Closing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/>
          <p:nvPr>
            <p:ph idx="2" type="pic"/>
          </p:nvPr>
        </p:nvSpPr>
        <p:spPr>
          <a:xfrm>
            <a:off x="0" y="1"/>
            <a:ext cx="12191999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99" name="Google Shape;199;p31"/>
          <p:cNvSpPr txBox="1"/>
          <p:nvPr>
            <p:ph type="title"/>
          </p:nvPr>
        </p:nvSpPr>
        <p:spPr>
          <a:xfrm>
            <a:off x="1535715" y="1485302"/>
            <a:ext cx="9120570" cy="3887396"/>
          </a:xfrm>
          <a:prstGeom prst="rect">
            <a:avLst/>
          </a:prstGeom>
          <a:solidFill>
            <a:srgbClr val="B2FFB2"/>
          </a:solidFill>
          <a:ln>
            <a:noFill/>
          </a:ln>
        </p:spPr>
        <p:txBody>
          <a:bodyPr anchorCtr="0" anchor="b" bIns="1097275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31"/>
          <p:cNvSpPr/>
          <p:nvPr>
            <p:ph idx="3" type="pic"/>
          </p:nvPr>
        </p:nvSpPr>
        <p:spPr>
          <a:xfrm>
            <a:off x="4953000" y="612648"/>
            <a:ext cx="2286000" cy="2286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1" name="Google Shape;201;p31"/>
          <p:cNvSpPr txBox="1"/>
          <p:nvPr>
            <p:ph idx="1" type="body"/>
          </p:nvPr>
        </p:nvSpPr>
        <p:spPr>
          <a:xfrm>
            <a:off x="1572768" y="5751576"/>
            <a:ext cx="9116568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cap="none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2" name="Google Shape;202;p31"/>
          <p:cNvSpPr/>
          <p:nvPr/>
        </p:nvSpPr>
        <p:spPr>
          <a:xfrm>
            <a:off x="5890260" y="4496652"/>
            <a:ext cx="409575" cy="883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32"/>
          <p:cNvSpPr txBox="1"/>
          <p:nvPr>
            <p:ph idx="12" type="sldNum"/>
          </p:nvPr>
        </p:nvSpPr>
        <p:spPr>
          <a:xfrm>
            <a:off x="420624" y="6019801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6" name="Google Shape;206;p32"/>
          <p:cNvSpPr txBox="1"/>
          <p:nvPr>
            <p:ph idx="11" type="ftr"/>
          </p:nvPr>
        </p:nvSpPr>
        <p:spPr>
          <a:xfrm rot="-5400000">
            <a:off x="-242952" y="1451496"/>
            <a:ext cx="1784352" cy="189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/>
          <p:nvPr>
            <p:ph idx="12" type="sldNum"/>
          </p:nvPr>
        </p:nvSpPr>
        <p:spPr>
          <a:xfrm>
            <a:off x="420624" y="6019801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33"/>
          <p:cNvSpPr txBox="1"/>
          <p:nvPr>
            <p:ph idx="11" type="ftr"/>
          </p:nvPr>
        </p:nvSpPr>
        <p:spPr>
          <a:xfrm rot="-5400000">
            <a:off x="-242952" y="1451496"/>
            <a:ext cx="1784352" cy="189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4"/>
          <p:cNvSpPr txBox="1"/>
          <p:nvPr>
            <p:ph type="title"/>
          </p:nvPr>
        </p:nvSpPr>
        <p:spPr>
          <a:xfrm>
            <a:off x="129844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34"/>
          <p:cNvSpPr txBox="1"/>
          <p:nvPr>
            <p:ph idx="1" type="body"/>
          </p:nvPr>
        </p:nvSpPr>
        <p:spPr>
          <a:xfrm>
            <a:off x="5230684" y="987425"/>
            <a:ext cx="6124703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13" name="Google Shape;213;p34"/>
          <p:cNvSpPr txBox="1"/>
          <p:nvPr>
            <p:ph idx="2" type="body"/>
          </p:nvPr>
        </p:nvSpPr>
        <p:spPr>
          <a:xfrm>
            <a:off x="129844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4" name="Google Shape;214;p34"/>
          <p:cNvSpPr txBox="1"/>
          <p:nvPr>
            <p:ph idx="12" type="sldNum"/>
          </p:nvPr>
        </p:nvSpPr>
        <p:spPr>
          <a:xfrm>
            <a:off x="420624" y="6019801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" name="Google Shape;215;p34"/>
          <p:cNvSpPr txBox="1"/>
          <p:nvPr>
            <p:ph idx="11" type="ftr"/>
          </p:nvPr>
        </p:nvSpPr>
        <p:spPr>
          <a:xfrm rot="-5400000">
            <a:off x="-242952" y="1451496"/>
            <a:ext cx="1784352" cy="189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5"/>
          <p:cNvSpPr txBox="1"/>
          <p:nvPr>
            <p:ph type="title"/>
          </p:nvPr>
        </p:nvSpPr>
        <p:spPr>
          <a:xfrm>
            <a:off x="129844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35"/>
          <p:cNvSpPr/>
          <p:nvPr>
            <p:ph idx="2" type="pic"/>
          </p:nvPr>
        </p:nvSpPr>
        <p:spPr>
          <a:xfrm>
            <a:off x="5230684" y="993775"/>
            <a:ext cx="6124703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35"/>
          <p:cNvSpPr txBox="1"/>
          <p:nvPr>
            <p:ph idx="1" type="body"/>
          </p:nvPr>
        </p:nvSpPr>
        <p:spPr>
          <a:xfrm>
            <a:off x="129844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20" name="Google Shape;220;p35"/>
          <p:cNvSpPr txBox="1"/>
          <p:nvPr>
            <p:ph idx="12" type="sldNum"/>
          </p:nvPr>
        </p:nvSpPr>
        <p:spPr>
          <a:xfrm>
            <a:off x="420624" y="6019801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" name="Google Shape;221;p35"/>
          <p:cNvSpPr txBox="1"/>
          <p:nvPr>
            <p:ph idx="11" type="ftr"/>
          </p:nvPr>
        </p:nvSpPr>
        <p:spPr>
          <a:xfrm rot="-5400000">
            <a:off x="-242952" y="1451496"/>
            <a:ext cx="1784352" cy="189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2" type="sldNum"/>
          </p:nvPr>
        </p:nvSpPr>
        <p:spPr>
          <a:xfrm>
            <a:off x="420624" y="6019801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 rot="-5400000">
            <a:off x="-242952" y="1451496"/>
            <a:ext cx="1784352" cy="189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4" name="Google Shape;14;p16"/>
          <p:cNvCxnSpPr/>
          <p:nvPr/>
        </p:nvCxnSpPr>
        <p:spPr>
          <a:xfrm>
            <a:off x="649224" y="2667000"/>
            <a:ext cx="0" cy="31242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2493" y="457200"/>
            <a:ext cx="1207008" cy="1639824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"/>
          <p:cNvSpPr txBox="1"/>
          <p:nvPr/>
        </p:nvSpPr>
        <p:spPr>
          <a:xfrm>
            <a:off x="1245627" y="2144298"/>
            <a:ext cx="970072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Ahsanullah University of Science and Technology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Science and Engineering</a:t>
            </a:r>
            <a:endParaRPr/>
          </a:p>
        </p:txBody>
      </p:sp>
      <p:sp>
        <p:nvSpPr>
          <p:cNvPr id="228" name="Google Shape;228;p1"/>
          <p:cNvSpPr txBox="1"/>
          <p:nvPr/>
        </p:nvSpPr>
        <p:spPr>
          <a:xfrm>
            <a:off x="2826381" y="3101904"/>
            <a:ext cx="653921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CSE 3104 Project Proposal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Topic: LifeLink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Hospital Management System</a:t>
            </a:r>
            <a:endParaRPr/>
          </a:p>
        </p:txBody>
      </p:sp>
      <p:sp>
        <p:nvSpPr>
          <p:cNvPr id="229" name="Google Shape;229;p1"/>
          <p:cNvSpPr txBox="1"/>
          <p:nvPr/>
        </p:nvSpPr>
        <p:spPr>
          <a:xfrm>
            <a:off x="1437939" y="4302233"/>
            <a:ext cx="9143999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By,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NAME : Shadman Muhtasim - 20230104110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NAME  : Ahbab Hasan -20210204119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NAME : Mustakim Musa - 20210204122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"/>
          <p:cNvSpPr txBox="1"/>
          <p:nvPr>
            <p:ph type="title"/>
          </p:nvPr>
        </p:nvSpPr>
        <p:spPr>
          <a:xfrm>
            <a:off x="1457323" y="597814"/>
            <a:ext cx="10420351" cy="770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mbria"/>
              <a:buNone/>
            </a:pPr>
            <a:r>
              <a:rPr b="1" lang="en-US" sz="3400">
                <a:latin typeface="Cambria"/>
                <a:ea typeface="Cambria"/>
                <a:cs typeface="Cambria"/>
                <a:sym typeface="Cambria"/>
              </a:rPr>
              <a:t>OVERVIEW </a:t>
            </a:r>
            <a:endParaRPr/>
          </a:p>
        </p:txBody>
      </p:sp>
      <p:sp>
        <p:nvSpPr>
          <p:cNvPr id="235" name="Google Shape;235;p2"/>
          <p:cNvSpPr txBox="1"/>
          <p:nvPr>
            <p:ph idx="12" type="sldNum"/>
          </p:nvPr>
        </p:nvSpPr>
        <p:spPr>
          <a:xfrm>
            <a:off x="420624" y="6019801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6" name="Google Shape;2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362" y="385969"/>
            <a:ext cx="689804" cy="937158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"/>
          <p:cNvSpPr txBox="1"/>
          <p:nvPr/>
        </p:nvSpPr>
        <p:spPr>
          <a:xfrm>
            <a:off x="920166" y="1783678"/>
            <a:ext cx="9934575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Introduction 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Motivation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Requirements 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b="0" i="0" lang="en-US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Goals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b="0" i="0" lang="en-US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b="0" i="0" lang="en-US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Functionalities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b="0" i="0" lang="en-US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Features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Entity Relationship Diagram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Development Tools and Platforms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"/>
          <p:cNvSpPr txBox="1"/>
          <p:nvPr>
            <p:ph type="title"/>
          </p:nvPr>
        </p:nvSpPr>
        <p:spPr>
          <a:xfrm>
            <a:off x="1457323" y="597814"/>
            <a:ext cx="10420351" cy="770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mbria"/>
              <a:buNone/>
            </a:pPr>
            <a:r>
              <a:rPr b="1" lang="en-US" sz="3400">
                <a:latin typeface="Cambria"/>
                <a:ea typeface="Cambria"/>
                <a:cs typeface="Cambria"/>
                <a:sym typeface="Cambria"/>
              </a:rPr>
              <a:t>INTRODUCTION </a:t>
            </a:r>
            <a:endParaRPr/>
          </a:p>
        </p:txBody>
      </p:sp>
      <p:sp>
        <p:nvSpPr>
          <p:cNvPr id="243" name="Google Shape;243;p3"/>
          <p:cNvSpPr txBox="1"/>
          <p:nvPr>
            <p:ph idx="12" type="sldNum"/>
          </p:nvPr>
        </p:nvSpPr>
        <p:spPr>
          <a:xfrm>
            <a:off x="420624" y="6019801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4" name="Google Shape;24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362" y="385969"/>
            <a:ext cx="689804" cy="937158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"/>
          <p:cNvSpPr txBox="1"/>
          <p:nvPr/>
        </p:nvSpPr>
        <p:spPr>
          <a:xfrm>
            <a:off x="920166" y="1112340"/>
            <a:ext cx="11041472" cy="4955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LifeLink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practical hospital management web application built to handle real hospital workflows through one connected platform.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system now supports: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role-based login and dashboard routing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patient, donor, and applicant registration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applicant approval into Doctor, Nurse, and IT staff roles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department-based staff workflows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 appointments and medical records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admissions, bed allocation, and discharge support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blood request, donor screening, donor matching, and blood bank operations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department directory and department detail pages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Instead of only proposing a database model, the project has now been developed into a working Laravel + MSSQL + Docker-based application with real UI and API integration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"/>
          <p:cNvSpPr txBox="1"/>
          <p:nvPr>
            <p:ph type="title"/>
          </p:nvPr>
        </p:nvSpPr>
        <p:spPr>
          <a:xfrm>
            <a:off x="1457323" y="597814"/>
            <a:ext cx="10420351" cy="770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mbria"/>
              <a:buNone/>
            </a:pPr>
            <a:r>
              <a:rPr b="1" lang="en-US" sz="3400">
                <a:latin typeface="Cambria"/>
                <a:ea typeface="Cambria"/>
                <a:cs typeface="Cambria"/>
                <a:sym typeface="Cambria"/>
              </a:rPr>
              <a:t>MOTIVATION</a:t>
            </a:r>
            <a:endParaRPr/>
          </a:p>
        </p:txBody>
      </p:sp>
      <p:sp>
        <p:nvSpPr>
          <p:cNvPr id="251" name="Google Shape;251;p4"/>
          <p:cNvSpPr txBox="1"/>
          <p:nvPr>
            <p:ph idx="12" type="sldNum"/>
          </p:nvPr>
        </p:nvSpPr>
        <p:spPr>
          <a:xfrm>
            <a:off x="420624" y="6019801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2" name="Google Shape;25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362" y="385969"/>
            <a:ext cx="689804" cy="937158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4"/>
          <p:cNvSpPr txBox="1"/>
          <p:nvPr/>
        </p:nvSpPr>
        <p:spPr>
          <a:xfrm>
            <a:off x="877824" y="1418482"/>
            <a:ext cx="10999850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reduce manual hospital workflow fragmentation by combining multiple operations into one platform 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provide role-specific workspaces for Admin, IT Worker, Doctor, Nurse, Patient, Donor, and Applicant 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improve coordination between departments, especially for admissions, appointments, and blood bank operations 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digitize staff approval and department assignment workflows 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support safer and faster hospital decision-making using structured, real-time data 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create a practical full-stack hospital system instead of only a theoretical ERD/database design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"/>
          <p:cNvSpPr txBox="1"/>
          <p:nvPr>
            <p:ph type="title"/>
          </p:nvPr>
        </p:nvSpPr>
        <p:spPr>
          <a:xfrm>
            <a:off x="1457323" y="597814"/>
            <a:ext cx="10420351" cy="770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REQUIREMENTS</a:t>
            </a:r>
            <a:endParaRPr b="1" sz="3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9" name="Google Shape;259;p5"/>
          <p:cNvSpPr txBox="1"/>
          <p:nvPr>
            <p:ph idx="12" type="sldNum"/>
          </p:nvPr>
        </p:nvSpPr>
        <p:spPr>
          <a:xfrm>
            <a:off x="420624" y="6019801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0" name="Google Shape;26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362" y="385969"/>
            <a:ext cx="689804" cy="937158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5"/>
          <p:cNvSpPr txBox="1"/>
          <p:nvPr/>
        </p:nvSpPr>
        <p:spPr>
          <a:xfrm>
            <a:off x="649224" y="1542069"/>
            <a:ext cx="10209783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Goals: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Build a working hospital management system with connected frontend, backend, and database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Maintain secure authentication and role-based access control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 department-aware workflows for hospital staff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Track patient, staff, applicant, donor, and blood-bank related data reliably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Provide admin-side control for staff onboarding and approval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a modular system that can grow into a larger hospital platform later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6"/>
          <p:cNvSpPr txBox="1"/>
          <p:nvPr>
            <p:ph type="title"/>
          </p:nvPr>
        </p:nvSpPr>
        <p:spPr>
          <a:xfrm>
            <a:off x="1457323" y="597814"/>
            <a:ext cx="10420351" cy="770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mbria"/>
              <a:buNone/>
            </a:pPr>
            <a:r>
              <a:rPr b="1" lang="en-US" sz="3400"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 b="1" sz="3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67" name="Google Shape;267;p6"/>
          <p:cNvSpPr txBox="1"/>
          <p:nvPr>
            <p:ph idx="12" type="sldNum"/>
          </p:nvPr>
        </p:nvSpPr>
        <p:spPr>
          <a:xfrm>
            <a:off x="420624" y="6019801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8" name="Google Shape;26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362" y="385969"/>
            <a:ext cx="689804" cy="937158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6"/>
          <p:cNvSpPr/>
          <p:nvPr/>
        </p:nvSpPr>
        <p:spPr>
          <a:xfrm>
            <a:off x="649224" y="1547817"/>
            <a:ext cx="11439145" cy="4062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manage role-based user access using JWT authentication and RBAC 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support patient appointments, records, and blood requests 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support nurse monitoring and Blood Bank nurse screening workflows 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support doctor appointments, patient lists, and bed/admission-related actions 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support IT workflows for admissions, bed allocation, and operational coordination 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support donor availability, eligibility, notification, and donation workflows 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support applicant approval and department assignment before staff activation 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provide public department pages with doctor listings, reviews, and availability information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7"/>
          <p:cNvSpPr txBox="1"/>
          <p:nvPr>
            <p:ph type="title"/>
          </p:nvPr>
        </p:nvSpPr>
        <p:spPr>
          <a:xfrm>
            <a:off x="1457323" y="597814"/>
            <a:ext cx="10420351" cy="770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FUNCTIONALITIES</a:t>
            </a:r>
            <a:br>
              <a:rPr b="1" lang="en-US" sz="3600"/>
            </a:br>
            <a:endParaRPr b="1" sz="3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5" name="Google Shape;275;p7"/>
          <p:cNvSpPr txBox="1"/>
          <p:nvPr>
            <p:ph idx="12" type="sldNum"/>
          </p:nvPr>
        </p:nvSpPr>
        <p:spPr>
          <a:xfrm>
            <a:off x="420624" y="6019801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6" name="Google Shape;27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362" y="385969"/>
            <a:ext cx="689804" cy="937158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7"/>
          <p:cNvSpPr txBox="1"/>
          <p:nvPr/>
        </p:nvSpPr>
        <p:spPr>
          <a:xfrm>
            <a:off x="867066" y="1659285"/>
            <a:ext cx="10209783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Core Hospital Resource &amp; Care Module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 registration and portal access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Doctor and nurse department-based profile workflows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Appointment management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Medical record access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Admissions and bed allocation support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Discharge support and status tracking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Department-scoped clinical monitoring and operational lookup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"/>
          <p:cNvSpPr txBox="1"/>
          <p:nvPr>
            <p:ph type="title"/>
          </p:nvPr>
        </p:nvSpPr>
        <p:spPr>
          <a:xfrm>
            <a:off x="1457323" y="597814"/>
            <a:ext cx="10420351" cy="770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FUNCTIONALITIES</a:t>
            </a:r>
            <a:br>
              <a:rPr b="1" lang="en-US" sz="3600"/>
            </a:br>
            <a:endParaRPr b="1" sz="3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3" name="Google Shape;283;p8"/>
          <p:cNvSpPr txBox="1"/>
          <p:nvPr>
            <p:ph idx="12" type="sldNum"/>
          </p:nvPr>
        </p:nvSpPr>
        <p:spPr>
          <a:xfrm>
            <a:off x="420624" y="6019801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4" name="Google Shape;28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362" y="385969"/>
            <a:ext cx="689804" cy="937158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8"/>
          <p:cNvSpPr txBox="1"/>
          <p:nvPr/>
        </p:nvSpPr>
        <p:spPr>
          <a:xfrm>
            <a:off x="649224" y="1686305"/>
            <a:ext cx="10209783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Blood Bank &amp; Operational Coordination Module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Blood request submission and request tracking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Donor registration and donor self-enrollment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Donor availability tracking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Blood Bank nurse donor screening and eligibility logging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Blood matching and donor suggestion support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Donation logging and inventory-linked blood bank operations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Interconnected Blood Bank IT/admin approval and fulfillment-side actions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9"/>
          <p:cNvSpPr txBox="1"/>
          <p:nvPr>
            <p:ph type="title"/>
          </p:nvPr>
        </p:nvSpPr>
        <p:spPr>
          <a:xfrm>
            <a:off x="1457323" y="597814"/>
            <a:ext cx="10420351" cy="770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FUNCTIONALITIES</a:t>
            </a:r>
            <a:br>
              <a:rPr b="1" lang="en-US" sz="3600"/>
            </a:br>
            <a:endParaRPr b="1" sz="3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91" name="Google Shape;291;p9"/>
          <p:cNvSpPr txBox="1"/>
          <p:nvPr>
            <p:ph idx="12" type="sldNum"/>
          </p:nvPr>
        </p:nvSpPr>
        <p:spPr>
          <a:xfrm>
            <a:off x="420624" y="6019801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2" name="Google Shape;29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362" y="385969"/>
            <a:ext cx="689804" cy="937158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9"/>
          <p:cNvSpPr/>
          <p:nvPr/>
        </p:nvSpPr>
        <p:spPr>
          <a:xfrm>
            <a:off x="649224" y="2117191"/>
            <a:ext cx="12428402" cy="31085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Administrative &amp; Access Control Module</a:t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Admin review of job applications 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Approval/rejection of Doctor, Nurse, and IT worker applicants 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assignment during staff onboarding 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account control (including freeze/unfreeze support) 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Role-based access control using users, roles, permissions, and middleware 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department directory and department-detail management support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"/>
          <p:cNvSpPr txBox="1"/>
          <p:nvPr>
            <p:ph type="title"/>
          </p:nvPr>
        </p:nvSpPr>
        <p:spPr>
          <a:xfrm>
            <a:off x="1457323" y="597814"/>
            <a:ext cx="10420351" cy="770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FEATURES</a:t>
            </a:r>
            <a:endParaRPr sz="3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0"/>
          <p:cNvSpPr txBox="1"/>
          <p:nvPr>
            <p:ph idx="12" type="sldNum"/>
          </p:nvPr>
        </p:nvSpPr>
        <p:spPr>
          <a:xfrm>
            <a:off x="420624" y="6019801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0" name="Google Shape;30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362" y="385969"/>
            <a:ext cx="689804" cy="937158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0"/>
          <p:cNvSpPr/>
          <p:nvPr/>
        </p:nvSpPr>
        <p:spPr>
          <a:xfrm>
            <a:off x="649224" y="1387249"/>
            <a:ext cx="11243484" cy="5262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Role-Based Access Control with JWT authentication 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Role-specific dashboards for Admin, IT Worker, Doctor, Nurse, Patient, Donor, and Applicant 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Applicant-to-staff approval workflow 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Department-aware staff experiences 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Appointment and patient workflow support 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Blood request and donor management support 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department directory with doctor reviews and availability 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Docker-based local deployment with MSSQL backend 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Shared dashboard UI shell and modernized Blade-based web interface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/>
          <p:nvPr>
            <p:ph type="title"/>
          </p:nvPr>
        </p:nvSpPr>
        <p:spPr>
          <a:xfrm>
            <a:off x="1409700" y="1714500"/>
            <a:ext cx="10420351" cy="770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t/>
            </a:r>
            <a:endParaRPr b="1" sz="3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07" name="Google Shape;307;p11"/>
          <p:cNvSpPr txBox="1"/>
          <p:nvPr>
            <p:ph idx="12" type="sldNum"/>
          </p:nvPr>
        </p:nvSpPr>
        <p:spPr>
          <a:xfrm>
            <a:off x="420624" y="6019801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8" name="Google Shape;30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362" y="385969"/>
            <a:ext cx="689804" cy="937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5734" y="85725"/>
            <a:ext cx="11306742" cy="819149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1"/>
          <p:cNvSpPr txBox="1"/>
          <p:nvPr/>
        </p:nvSpPr>
        <p:spPr>
          <a:xfrm>
            <a:off x="1190625" y="531382"/>
            <a:ext cx="92583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Entity Relationship Diagram</a:t>
            </a:r>
            <a:endParaRPr b="1" sz="3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2"/>
          <p:cNvSpPr txBox="1"/>
          <p:nvPr>
            <p:ph type="title"/>
          </p:nvPr>
        </p:nvSpPr>
        <p:spPr>
          <a:xfrm>
            <a:off x="1457323" y="483514"/>
            <a:ext cx="10420351" cy="770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DEVELOPMENT TOOL AND PLATFORM</a:t>
            </a:r>
            <a:endParaRPr/>
          </a:p>
        </p:txBody>
      </p:sp>
      <p:sp>
        <p:nvSpPr>
          <p:cNvPr id="316" name="Google Shape;316;p12"/>
          <p:cNvSpPr txBox="1"/>
          <p:nvPr>
            <p:ph idx="12" type="sldNum"/>
          </p:nvPr>
        </p:nvSpPr>
        <p:spPr>
          <a:xfrm>
            <a:off x="420624" y="6019801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7" name="Google Shape;31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362" y="385969"/>
            <a:ext cx="689804" cy="937158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2"/>
          <p:cNvSpPr txBox="1"/>
          <p:nvPr/>
        </p:nvSpPr>
        <p:spPr>
          <a:xfrm>
            <a:off x="1135626" y="1323127"/>
            <a:ext cx="9645445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Frontend / UI: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Laravel Blade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Shared CSS design system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JavaScript for dashboard interaction and panel switching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Backend: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Laravel (PHP)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REST-style API controllers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Middleware-based role access control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Database: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Microsoft SQL Server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3"/>
          <p:cNvSpPr txBox="1"/>
          <p:nvPr>
            <p:ph type="title"/>
          </p:nvPr>
        </p:nvSpPr>
        <p:spPr>
          <a:xfrm>
            <a:off x="1457323" y="483514"/>
            <a:ext cx="10420351" cy="770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DEVELOPMENT TOOL AND PLATFORM</a:t>
            </a:r>
            <a:endParaRPr/>
          </a:p>
        </p:txBody>
      </p:sp>
      <p:sp>
        <p:nvSpPr>
          <p:cNvPr id="324" name="Google Shape;324;p13"/>
          <p:cNvSpPr txBox="1"/>
          <p:nvPr>
            <p:ph idx="12" type="sldNum"/>
          </p:nvPr>
        </p:nvSpPr>
        <p:spPr>
          <a:xfrm>
            <a:off x="420624" y="6019801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5" name="Google Shape;32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362" y="385969"/>
            <a:ext cx="689804" cy="937158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3"/>
          <p:cNvSpPr txBox="1"/>
          <p:nvPr/>
        </p:nvSpPr>
        <p:spPr>
          <a:xfrm>
            <a:off x="1135626" y="1323127"/>
            <a:ext cx="9645445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Authentication / Security: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JWT authentication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Role-based access control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Middleware protection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DevOps / Local Deployment: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Docker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Docker Compose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Version Control: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 and GitHub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UI Prototyping / Design Direction: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Figma / Figma Make (used as design inspiration)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4"/>
          <p:cNvSpPr txBox="1"/>
          <p:nvPr>
            <p:ph type="title"/>
          </p:nvPr>
        </p:nvSpPr>
        <p:spPr>
          <a:xfrm>
            <a:off x="1457323" y="597814"/>
            <a:ext cx="10420351" cy="770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 b="1" sz="3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32" name="Google Shape;332;p14"/>
          <p:cNvSpPr txBox="1"/>
          <p:nvPr>
            <p:ph idx="12" type="sldNum"/>
          </p:nvPr>
        </p:nvSpPr>
        <p:spPr>
          <a:xfrm>
            <a:off x="420624" y="6019801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3" name="Google Shape;33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362" y="385969"/>
            <a:ext cx="689804" cy="937158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4"/>
          <p:cNvSpPr txBox="1"/>
          <p:nvPr/>
        </p:nvSpPr>
        <p:spPr>
          <a:xfrm>
            <a:off x="991108" y="1323127"/>
            <a:ext cx="10420351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LifeLink has moved beyond the proposal stage into a practical full-stack hospital management system.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project now demonstrates: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 user authentication and routing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 admin approval and department assignment flow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 staff, patient, donor, and applicant workflows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admissions, appointments, and blood-bank related operations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department pages and connected database-backed hospital information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project gave us hands-on experience in: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backend API design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relational database integration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role-based system design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Docker-based local deployment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practical hospital workflow modeling through software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5"/>
          <p:cNvSpPr txBox="1"/>
          <p:nvPr>
            <p:ph idx="12" type="sldNum"/>
          </p:nvPr>
        </p:nvSpPr>
        <p:spPr>
          <a:xfrm>
            <a:off x="420624" y="6019801"/>
            <a:ext cx="457200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0" name="Google Shape;340;p15"/>
          <p:cNvSpPr txBox="1"/>
          <p:nvPr>
            <p:ph idx="1" type="body"/>
          </p:nvPr>
        </p:nvSpPr>
        <p:spPr>
          <a:xfrm>
            <a:off x="2834640" y="2951989"/>
            <a:ext cx="6519672" cy="2971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228600" lIns="576050" spcFirstLastPara="1" rIns="576050" wrap="square" tIns="228600">
            <a:noAutofit/>
          </a:bodyPr>
          <a:lstStyle/>
          <a:p>
            <a:pPr indent="0" lvl="0" marL="0" rtl="0" algn="ctr">
              <a:lnSpc>
                <a:spcPct val="61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b="1" lang="en-US" sz="4000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rPr>
              <a:t>Thank you</a:t>
            </a:r>
            <a:endParaRPr b="1" sz="4000">
              <a:solidFill>
                <a:schemeClr val="lt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id="341" name="Google Shape;3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0972" y="780288"/>
            <a:ext cx="1207008" cy="1639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00000"/>
      </a:dk1>
      <a:lt1>
        <a:srgbClr val="FFFFFF"/>
      </a:lt1>
      <a:dk2>
        <a:srgbClr val="008000"/>
      </a:dk2>
      <a:lt2>
        <a:srgbClr val="E3DED1"/>
      </a:lt2>
      <a:accent1>
        <a:srgbClr val="008000"/>
      </a:accent1>
      <a:accent2>
        <a:srgbClr val="008000"/>
      </a:accent2>
      <a:accent3>
        <a:srgbClr val="C0CF3A"/>
      </a:accent3>
      <a:accent4>
        <a:srgbClr val="008000"/>
      </a:accent4>
      <a:accent5>
        <a:srgbClr val="4AB5C4"/>
      </a:accent5>
      <a:accent6>
        <a:srgbClr val="0989B1"/>
      </a:accent6>
      <a:hlink>
        <a:srgbClr val="008000"/>
      </a:hlink>
      <a:folHlink>
        <a:srgbClr val="BA690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2023-10-17T14:04:25Z</dcterms:created>
  <dc:creator>ASUS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